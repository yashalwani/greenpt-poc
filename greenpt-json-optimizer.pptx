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goal: prove our optimisation methods actually cut tokens without quality loss. 3 methods (post-processing TOON, prompt engineering, combined) plus a baseline reference. 3 use cases (flat extraction, classification, deep nesting) × 3 sizes (S/M/L) = 36 rows × 4 methods = 108 scored outputs. Quality scored by G-Eval on a 1–5 scale, savings computed as a simple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nodes, one LangGraph. Simulation hands a row to GreenPT, GreenPT runs all four methods and captures token counts, Eval scores each output against the reference. Everything lands in a CSV with the contract columns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layers. Post-processing is the TOON encoder — depth-first key walk, collision-free abbreviations, strip whitespace, and a key map for lossless round-trip. Prompt engineering pushes the model to emit lean JSON in the first place. Combined = both. The right side shows why this works on real JSON: keys like invoice_number and unit_price repeat for every line item, so shortening them once pays off many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savings come from: shorter keys, key reuse across nested arrays (compounding), whitespace stripping on serialisation, and a leaner prompt-side instruction. TOON's design target is 30–60% reduction on JSON. The benchmark tells us how much we actually hit and at what quality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run.py with --limit 2 for a quick walkthrough, then point at the full 36-row run. Show results.csv — token_savings_% per method next to G-Eval scores. Talking point: the interesting cell is where savings are high AND quality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Optimizer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token savings without sacrificing quality.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420624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20624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presentation  •  Yash, Finn, Jordy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— our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0" y="466344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754880"/>
            <a:ext cx="109728" cy="1097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our optimisation methods actually save tokens — without destroying output quality?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0604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methods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baseline reference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4408" y="251460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64408" y="260604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447288" y="347472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× prompt sizes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 / M / 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71616" y="251460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71616" y="260604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254496" y="347472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outputs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benchmark run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scored with G-Eval (LLM-as-judge, 1–5)  •  savings = (before − after) / before × 100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0" y="466344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754880"/>
            <a:ext cx="109728" cy="1097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3-agent LangGraph pipeline.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Agent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rows from the 36-row test dataset (4 use cases × 3 sizes).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3081528" y="2697480"/>
            <a:ext cx="164592" cy="256032"/>
          </a:xfrm>
          <a:prstGeom prst="rtTriangl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1783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02152" y="19659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2152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GreenPT Agent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02152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4 optimisation methods against each row and measures tokens.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897880" y="2697480"/>
            <a:ext cx="164592" cy="256032"/>
          </a:xfrm>
          <a:prstGeom prst="rtTriangl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1783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18504" y="19659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18504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Agent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18504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output 1–5 using G-Eval (LLM-as-judge).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results.csv  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use_case | size | method | token_savings_% | g_eval_score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and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0" y="466344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754880"/>
            <a:ext cx="109728" cy="1097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stacked when combined.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 (TOON)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encoder: shortens keys, strips whitespace, round-trip safe via a key map.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system prompt makes the model emit lean JSON natively — no post-edit.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prompt + TOON encoder on the output. Both layers compound.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keys repeat in every record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2468880"/>
            <a:ext cx="3611880" cy="960120"/>
          </a:xfrm>
          <a:prstGeom prst="roundRect">
            <a:avLst>
              <a:gd name="adj" fmla="val 3810"/>
            </a:avLst>
          </a:prstGeom>
          <a:solidFill>
            <a:srgbClr val="EEF3E8"/>
          </a:solidFill>
          <a:ln w="12700">
            <a:solidFill>
              <a:srgbClr val="EEF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514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{"invoice_number":"INV-1","total_amount":99.9,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"line_items":[{"description":"Widget",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"unit_price":10.0}]}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(TOON)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3749040"/>
            <a:ext cx="3611880" cy="960120"/>
          </a:xfrm>
          <a:prstGeom prst="roundRect">
            <a:avLst>
              <a:gd name="adj" fmla="val 3810"/>
            </a:avLst>
          </a:prstGeom>
          <a:solidFill>
            <a:srgbClr val="E3EBDC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7947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{"in":"INV-1","ta":99.9,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"li":[{"de":"Widget","up":10.0}]}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saves tokens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0" y="466344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754880"/>
            <a:ext cx="109728" cy="1097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sources, measured against the same model.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57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reduction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JSON payloads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(TOON design target)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1783080"/>
            <a:ext cx="4846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77640" y="192024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920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names abbreviated — invoice_number → in, unit_price → 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2532888"/>
            <a:ext cx="4846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77640" y="2670048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26700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24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repeat per record; shortening once compounds across the list.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3282696"/>
            <a:ext cx="4846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77640" y="3419856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34198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3741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and indentation stripped on serialise.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4032504"/>
            <a:ext cx="4846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77640" y="4169664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41696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1239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system prompt yields leaner JSON before any post-processing.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benchmark live.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0E1A0E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--limit 2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outputs/results.csv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savings %  </a:t>
            </a:r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method, side-by-side with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 quality scores</a:t>
            </a:r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across 4 use cases × 3 sizes.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800600"/>
            <a:ext cx="109728" cy="10972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800600"/>
            <a:ext cx="109728" cy="10972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4800600"/>
            <a:ext cx="109728" cy="1097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4800600"/>
            <a:ext cx="109728" cy="1097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4800600"/>
            <a:ext cx="109728" cy="1097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GreenPT JSON Optimizer — POC</dc:title>
  <dc:subject>PptxGenJS Presentation</dc:subject>
  <dc:creator>Yash, Finn, Jordy</dc:creator>
  <cp:lastModifiedBy>Yash, Finn, Jordy</cp:lastModifiedBy>
  <cp:revision>1</cp:revision>
  <dcterms:created xsi:type="dcterms:W3CDTF">2026-06-10T20:22:16Z</dcterms:created>
  <dcterms:modified xsi:type="dcterms:W3CDTF">2026-06-10T20:22:16Z</dcterms:modified>
</cp:coreProperties>
</file>